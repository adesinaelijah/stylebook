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line: StyleBook digitises salon and barbershop booking in Ghana, with a customer app and an owner dashboard sharing one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problems: customers waste time, owners can't plan, discovery is word of mouth. Emphasise that this is a local problem needing a local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distinct journeys behind one login. Role is decided at registration and enforced by the JWT, so a customer account cannot reach owner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booking end to end. The closing line is the thesis of the whole project: the client displays, the server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choice has a reason. Expo for one codebase and device APIs; Spring Boot for structure and scheduled jobs; Postgres because the data is genuinely relational; Expo Push because it removes Firebase from the server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a microservices question. The answer is that the seams exist but a single deployable is correct at this scale, and extraction is possible precisely because the seams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technical centrepiece. Be ready to explain the overlap condition and why it re-runs at write time — that is what defeats the double-booking 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Messaging replaced what would otherwise be phone calls outside the app. Note the unique constraint and the membership check — both are server-side guarantees, not UI conveniences.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 is decoupling: six unrelated features all reach the user through one path, and the user's preferences are honoured in exactly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whether payments are real: no. StyleBook records payments and issues receipts; processing them would require Paystack or Hubtel and a settlement webhook. Say this plainly — it is a stronger answer than implying otherwise.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concrete mechanisms, then the principle. If pushed on what you would harden: HTTPS everywhere, refresh tokens and revocation, rate limiting on auth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incidents from this project. Examiners respond well to specific failures with specific lessons — much better than generic 'time management was hard'.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roadmap, then invite questions. The APK is installed and the backend is deployed, so anything asked can be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6B42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StyleBook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9436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barber booking platform for Ghana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exact time slots  ·  message your shop  ·  run the whole business from one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Project Defense   ·   Adesina Elijah   · 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 haircut in Ghana is walk-and-wait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6479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52728" y="172821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lose hours in queues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52728" y="20756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of prices, opening hours or how long the wait is — you show up and hope.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99923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999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2728" y="296265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cannot plan their day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52728" y="33101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appointment book, no record of regulars, no way to know if 2pm will be empty or chaos.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23367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52728" y="419709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is word-of-mouth only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52728" y="45445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new shop three streets away might as well be invisible.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173736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057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7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walk in,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7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sit,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7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wait.”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092440" y="3794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virtually every salon and barbershop visit in Ghana works today.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booking apps are built for appointment-only cultures and for card payments — neither matches how Ghanaian shops actually run.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two sides of the counter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app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487168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shops by category, city or GPS distance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prices, live open/closed status, verified reviews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exact slots generated from real opening hours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 shop directly and get replies by push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Reminders, reschedule, favourites, feed of shop posts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Emailed receipt whenever a shop records a payment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dashboard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75120" y="2487168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inbox — confirm, cancel, 45s auto-confirm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payments: cash, mobile money or card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this month, from payments actually taken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messaging inbox with unread badges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shop editor: services, photos, hours, GPS pin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Pro (GHS 120) / Enterprise (GHS 300) plans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 of one booking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130552" cy="2377440"/>
          </a:xfrm>
          <a:prstGeom prst="roundRect">
            <a:avLst>
              <a:gd name="adj" fmla="val 4292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2748" y="2194560"/>
            <a:ext cx="493776" cy="49377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412748" y="2194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2834640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" y="320040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city, category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GPS distance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62072" y="1965960"/>
            <a:ext cx="2130552" cy="2377440"/>
          </a:xfrm>
          <a:prstGeom prst="roundRect">
            <a:avLst>
              <a:gd name="adj" fmla="val 4292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0460" y="2194560"/>
            <a:ext cx="493776" cy="49377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680460" y="2194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71800" y="2834640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slot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71800" y="320040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genuinely free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are shown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9784" y="1965960"/>
            <a:ext cx="2130552" cy="2377440"/>
          </a:xfrm>
          <a:prstGeom prst="roundRect">
            <a:avLst>
              <a:gd name="adj" fmla="val 4292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8172" y="2194560"/>
            <a:ext cx="493776" cy="49377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8172" y="2194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9512" y="2834640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39512" y="320040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responds — 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auto-confirms in 45 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97496" y="1965960"/>
            <a:ext cx="2130552" cy="2377440"/>
          </a:xfrm>
          <a:prstGeom prst="roundRect">
            <a:avLst>
              <a:gd name="adj" fmla="val 4292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5884" y="2194560"/>
            <a:ext cx="493776" cy="49377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8215884" y="2194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07224" y="2834640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served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07224" y="320040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fires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before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65208" y="1965960"/>
            <a:ext cx="2130552" cy="2377440"/>
          </a:xfrm>
          <a:prstGeom prst="roundRect">
            <a:avLst>
              <a:gd name="adj" fmla="val 4292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83596" y="2194560"/>
            <a:ext cx="493776" cy="49377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10483596" y="2194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74936" y="2834640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review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74936" y="3200400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emailed;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 visits review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489204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0749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— availability, conflicts, review eligibility, chat membership, plan limits — is enforced by the server, never the phone.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stack, and why each piece earned its place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659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· TypeScript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487168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for Android and iOS. Ships as an installable APK via EAS Build, so the demo needs no laptop.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737360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9659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 · Java 17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487168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controllers / services / repositories. DI, validation, scheduled jobs and security out of the box.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37576" y="1737360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3608" y="196596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93608" y="2487168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tables, UUID keys, foreign-key integrity. ACID transactions stop two customers taking the same slot.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721608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950208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4471416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tokens carry identity and role; every mutation re-checks ownership server-side.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15968" y="3721608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950208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 over WebSocket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471416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delivery of chat messages and notifications to any app that happens to be open.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37576" y="3721608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3950208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Push · SendGrid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93608" y="4471416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fans out to FCM and APNs without Firebase credentials; transactional email over HTTPS, not SMTP.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modular monolith with clean seams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local state only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816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JSON · JWT      ↓      STOMP / WebSocket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315468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3756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— HTTP &amp; validation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Auth · Shop · Booking · Review · Post · Promo · Messaging · Notification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— Spring Data JPA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Schedulers — auto-confirm 10 s · auto-complete 60 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 — six domain events, one notification pipeline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77640" y="1691640"/>
            <a:ext cx="3931920" cy="4069080"/>
          </a:xfrm>
          <a:prstGeom prst="roundRect">
            <a:avLst>
              <a:gd name="adj" fmla="val 2326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core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0624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that causes something another feature cares about publishes an event and moves on. Booking code has never heard of notifications.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06240" y="3310128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33101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BookingRequested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06240" y="3712464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37124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BookingStatusChanged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06240" y="4114800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41148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ReviewCreated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06240" y="4517136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45171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PostInteraction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06240" y="4919472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4919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MessageCreated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06240" y="5321808"/>
            <a:ext cx="3474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53218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PaymentReceived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92440" y="169164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21040" y="2331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tables · UUID keys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integrity · ACID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92440" y="347472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microservices?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21040" y="3977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are already clean — each domain owns its own services and repositories. One deployable avoids network latency and distributed transactions at this scale. Any domain can be extracted later: a deliberate migration path, not an accident.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booking slot engine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61288" y="17007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shop's opening window for that weekday; apply 30-minute buffers after open and before close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45059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241401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candidate start times at 30-minute intervals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163824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312724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candidates whose service duration will not finish inside the window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87705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1288" y="384048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candidates overlapping any existing booking — start &lt; bEnd AND bStart &lt; end, per-service durations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59028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61288" y="455371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date is today, drop times already past — then re-verify everything at write time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9440" y="1691640"/>
            <a:ext cx="4617720" cy="3657600"/>
          </a:xfrm>
          <a:prstGeom prst="roundRect">
            <a:avLst>
              <a:gd name="adj" fmla="val 2500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Tuesday, open 09:00–19:00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78040" y="22860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5820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opens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78040" y="26883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58200" y="26883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bookable slot (buffer)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78040" y="30906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58200" y="3090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— 90-min service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78040" y="34930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– 12:30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58200" y="3493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Hidden: overlaps that booking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178040" y="389534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58200" y="3895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slot for a 30-min cut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178040" y="4297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18:30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58200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must finish (buffer)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178040" y="47000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58200" y="47000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closes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94360" y="5532120"/>
            <a:ext cx="10972800" cy="685800"/>
          </a:xfrm>
          <a:prstGeom prst="roundRect">
            <a:avLst>
              <a:gd name="adj" fmla="val 13333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never decides availability — it only displays it. The same overlap check runs again inside the create-booking transaction.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booking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4069080"/>
          </a:xfrm>
          <a:prstGeom prst="roundRect">
            <a:avLst>
              <a:gd name="adj" fmla="val 2247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messaging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 customer–shop pair, enforced by a unique constraint — messaging twice reopens the same conversation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checked on every call; knowing a conversation ID is not authorisation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 counts kept per side, so each party sees their own badge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live over WebSocket, and by push to anyone who isn't looking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57800" cy="4069080"/>
          </a:xfrm>
          <a:prstGeom prst="roundRect">
            <a:avLst>
              <a:gd name="adj" fmla="val 2247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me (GPS)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2R · atan2(√a, √(1−a))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88036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great-circle distance from the phone to every active shop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nearest-first, with the distance shown in kilometres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pin their shop with one tap while standing inside it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without coordinates sort last — never hidden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features, one delivery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requested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created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liked / commented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received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375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840480" y="173736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2286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are checked here, not at each call site — so a muted category is suppressed everywhere at once, and a new notification type inherits the rule for free.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69080" y="3703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Muting push still records the notification for the in-app bell — the two are deliberately separate switches.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866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589520" y="173736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863840" y="21579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row, read by the in-app notification bell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2852928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63840" y="32735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 over WebSocket to any app currently open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3968496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4087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863840" y="4389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Push API to every registered device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512064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2852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goes through Expo, which fans out to FCM and APNs — so the server holds no Firebase credentials and the app needs no native configuration.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Recording money, honestly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changes hands at the shop — cash, a mobile money transfer, or a card terminal. The owner records what was taken; StyleBook never touches the transaction.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deliberate scope decision, not a missing feature — handling other people's money needs a licensed processor.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34340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52728" y="4352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marks paid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· Mobile Money · Card, defaulting to the listed price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55848" y="4160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4448" y="434340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3584448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14216" y="4352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settles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84448" y="4800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PAID and COMPLETED in one transaction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17336" y="4160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434340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6345936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75704" y="4352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told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45936" y="4800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and an emailed receipt via SendGrid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78824" y="4160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07424" y="434340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9107424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37192" y="4352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07424" y="4800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this month, from payments actually recorded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169164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upgrades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37960" y="22402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upgrade to Pro or Enterprise through a simulated mobile-money or card checkout — network choice, number entry, and an authorisation wait that mirrors a real MoMo prompt.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37960" y="31546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is labelled as a demo. Presenting a fake payment convincingly would be the wrong thing to build.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trust the client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019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authentication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tokens carry user ID and role, validated by a filter on every request. No server sessions, so horizontal scaling is free.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9019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22402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and deliberately slow — a leaked database still would not yield passwords.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021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checks on every mutation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 service first proves that service belongs to the authenticated owner's shop. Role and resource, both.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33375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5021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only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3840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access through Spring Data JPA; user input is bound, never concatenated. SQL injection has no entry point.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5029200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5468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availability, double bookings, review eligibility, photo limits, chat membership — the app is a window, not a judge.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wrong, and what it taught 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double-booking race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phones could see the same free slot and both confirm. Fixed with interval-overlap re-checks inside the create-booking transaction.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4389120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checks are UX; only server checks are rules.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1688" y="16916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192024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36008" y="2468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 in production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36008" y="3017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reset reported success while sending nothing. The lookup was case-sensitive, and an @ExceptionHandler was swallowing every 500 before it reached the logs.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36008" y="4389120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cannot be observed cannot be debugged.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29016" y="16916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03336" y="192024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8403336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03336" y="2468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that never happened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03336" y="3017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code kept not appearing live. Railway had auto-deploy disabled, so it was restarting an old image — the running container's repository count gave it away.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03336" y="4389120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241A10"/>
          </a:solidFill>
          <a:ln w="12700">
            <a:solidFill>
              <a:srgbClr val="241A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0496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what is running, not what you pushed.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was invisible from the outside. The fix in each case was to make the system say what it was actually doing.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572000" cy="4572000"/>
          </a:xfrm>
          <a:prstGeom prst="ellipse">
            <a:avLst/>
          </a:prstGeom>
          <a:solidFill>
            <a:srgbClr val="6B422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road from project to product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7465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mobile money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0756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or Hubtel with a settlement webhook, replacing the simulated checkout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03720" y="17465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media storage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20756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mounted volume or object storage, so uploads survive a redeploy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0175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980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Staff-level calendars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3101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specific barber, each with their own schedule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0175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2980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33101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around the slot engine and the opening-hours parser first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45720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94360" y="5440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the demo is live on a real device, talking to a deployed backend.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StyleBook — Final-Year Project Defense</dc:title>
  <dc:subject>PptxGenJS Presentation</dc:subject>
  <dc:creator>Adesina Elijah</dc:creator>
  <cp:lastModifiedBy>Adesina Elijah</cp:lastModifiedBy>
  <cp:revision>1</cp:revision>
  <dcterms:created xsi:type="dcterms:W3CDTF">2026-08-02T05:04:56Z</dcterms:created>
  <dcterms:modified xsi:type="dcterms:W3CDTF">2026-08-02T05:04:56Z</dcterms:modified>
</cp:coreProperties>
</file>