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StyleBook digitises salon and barbershop booking in Ghana: a customer app and an owner dashboard sharing one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problems: customers waste time, owners can't plan, discovery is word of mouth.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journeys behind one login. Role is set at registration and carried in the JWT, so a customer account cannot reach owner screens.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one booking end to end. The closing line is the thesis: the client displays, the server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choice has a reason. Expo for one codebase and device APIs; Spring Boot for structure and scheduled jobs; Postgres because the data is genuinely relational.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a microservices question. The seams exist, but one deployable is correct at this scale — and extraction is possible precisely because the seams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centrepiece. Be ready to explain the overlap condition and why it re-runs at write time — that is what defeats the double-booking 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review rules are the interesting half. Naming the attendance limitation yourself is stronger than being caught by it — examiners reward knowing where your own boundaries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is decoupling: five unrelated features reach the user through one path, and preferences are honoured in exactly one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whether payments are real: no, and say so plainly. StyleBook records money rather than moving it. Processing would need Paystack or Hubtel and a settlement webhook.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mechanisms, then the principle. If pushed on hardening: HTTPS everywhere, refresh tokens and revocation, rate limiting on auth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incidents from this project. Specific failures with specific lessons land far better than 'time management was hard'.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roadmap, then invite questions. Attendance check-in is listed first because it is the honest answer to the reviews limitation.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6B4226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920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7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StyleBook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9436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&amp; barber booking platform for Ghana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94360" y="36118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4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exact time slots  ·  verified reviews  ·  run the whole business from one app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1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Final-Year Project Defense   ·   Adesina Elijah   · 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a haircut in Ghana is walk-and-wait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764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52728" y="17282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lose hours in queues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52728" y="207568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of prices, opening hours or how long the wait is — you show up and hope.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999232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9992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52728" y="296265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cannot plan their day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52728" y="331012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appointment book, no record of regulars, no way to know if 2pm will be empty or chaos.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4233672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4233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52728" y="419709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is word-of-mouth only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52728" y="454456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great new shop three streets away might as well be invisible.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818120" y="1737360"/>
            <a:ext cx="3749040" cy="3108960"/>
          </a:xfrm>
          <a:prstGeom prst="roundRect">
            <a:avLst>
              <a:gd name="adj" fmla="val 2941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20574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7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walk in,</a:t>
            </a:r>
            <a:endParaRPr lang="en-US" sz="26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7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sit,</a:t>
            </a:r>
            <a:endParaRPr lang="en-US" sz="26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7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wait.”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092440" y="3794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virtually every salon and barbershop visit in Ghana works today.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booking apps are built for appointment-only cultures and for card payments — neither matches how Ghanaian shops actually run.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platform, two sides of the counter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B4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app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2487168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shops by category, city or GPS distance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prices, live open/closed status, verified reviews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exact slots generated from real opening hours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Reminders, reschedule, favourites, feed of shop posts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 for every booking change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Emailed receipt when a shop records a payment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dashboard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675120" y="2487168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inbox — confirm, cancel, 45s auto-confirm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this month, totalled without any manual step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payment recording: cash, mobile money or card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shop editor: services, photos, hours, GPS pin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to the customer feed, replies to reviews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/ Pro (GHS 120) / Enterprise (GHS 300) plans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life of one booking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965960"/>
            <a:ext cx="2130552" cy="2377440"/>
          </a:xfrm>
          <a:prstGeom prst="roundRect">
            <a:avLst>
              <a:gd name="adj" fmla="val 4292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2748" y="2194560"/>
            <a:ext cx="493776" cy="49377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1412748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04088" y="2834640"/>
            <a:ext cx="1911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20040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city, category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GPS distance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62072" y="1965960"/>
            <a:ext cx="2130552" cy="2377440"/>
          </a:xfrm>
          <a:prstGeom prst="roundRect">
            <a:avLst>
              <a:gd name="adj" fmla="val 4292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0460" y="2194560"/>
            <a:ext cx="493776" cy="49377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680460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71800" y="2834640"/>
            <a:ext cx="1911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slot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71800" y="320040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genuinely free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are shown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129784" y="1965960"/>
            <a:ext cx="2130552" cy="2377440"/>
          </a:xfrm>
          <a:prstGeom prst="roundRect">
            <a:avLst>
              <a:gd name="adj" fmla="val 4292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8172" y="2194560"/>
            <a:ext cx="493776" cy="49377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5948172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39512" y="2834640"/>
            <a:ext cx="1911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39512" y="320040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responds — 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auto-confirms in 45 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97496" y="1965960"/>
            <a:ext cx="2130552" cy="2377440"/>
          </a:xfrm>
          <a:prstGeom prst="roundRect">
            <a:avLst>
              <a:gd name="adj" fmla="val 4292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15884" y="2194560"/>
            <a:ext cx="493776" cy="49377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8215884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507224" y="2834640"/>
            <a:ext cx="1911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served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07224" y="320040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 fires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before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65208" y="1965960"/>
            <a:ext cx="2130552" cy="2377440"/>
          </a:xfrm>
          <a:prstGeom prst="roundRect">
            <a:avLst>
              <a:gd name="adj" fmla="val 4292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83596" y="2194560"/>
            <a:ext cx="493776" cy="49377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/>
          <p:nvPr/>
        </p:nvSpPr>
        <p:spPr>
          <a:xfrm>
            <a:off x="10483596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774936" y="2834640"/>
            <a:ext cx="1911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74936" y="3200400"/>
            <a:ext cx="1911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after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has passed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94360" y="4892040"/>
            <a:ext cx="10972800" cy="868680"/>
          </a:xfrm>
          <a:prstGeom prst="roundRect">
            <a:avLst>
              <a:gd name="adj" fmla="val 10526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5074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7F1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— availability, conflicts, review eligibility, plan limits — is enforced by the server, never the phone.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stack, and why each piece earned its place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538728" cy="1783080"/>
          </a:xfrm>
          <a:prstGeom prst="roundRect">
            <a:avLst>
              <a:gd name="adj" fmla="val 512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96596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· TypeScript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0392" y="2487168"/>
            <a:ext cx="3026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for Android and iOS. Ships as an installable APK via EAS Build, so the demo needs no laptop.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737360"/>
            <a:ext cx="3538728" cy="1783080"/>
          </a:xfrm>
          <a:prstGeom prst="roundRect">
            <a:avLst>
              <a:gd name="adj" fmla="val 512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96596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3.2 · Java 17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0" y="2487168"/>
            <a:ext cx="3026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controllers / services / repositories. DI, validation, scheduled jobs and security out of the box.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37576" y="1737360"/>
            <a:ext cx="3538728" cy="1783080"/>
          </a:xfrm>
          <a:prstGeom prst="roundRect">
            <a:avLst>
              <a:gd name="adj" fmla="val 512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6596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487168"/>
            <a:ext cx="3026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tables, UUID keys, foreign-key integrity. ACID transactions stop two customers taking the same slot.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" y="3721608"/>
            <a:ext cx="3538728" cy="1783080"/>
          </a:xfrm>
          <a:prstGeom prst="roundRect">
            <a:avLst>
              <a:gd name="adj" fmla="val 512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" y="395020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0392" y="4471416"/>
            <a:ext cx="3026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tokens carry identity and role; every mutation re-checks ownership server-side.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15968" y="3721608"/>
            <a:ext cx="3538728" cy="1783080"/>
          </a:xfrm>
          <a:prstGeom prst="roundRect">
            <a:avLst>
              <a:gd name="adj" fmla="val 512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395020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Push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0" y="4471416"/>
            <a:ext cx="3026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Fans out to FCM and APNs, so the server holds no Firebase credentials and the app needs no native config.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37576" y="3721608"/>
            <a:ext cx="3538728" cy="1783080"/>
          </a:xfrm>
          <a:prstGeom prst="roundRect">
            <a:avLst>
              <a:gd name="adj" fmla="val 512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93608" y="395020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SendGrid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93608" y="4471416"/>
            <a:ext cx="3026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 email over HTTPS rather than SMTP, whose ports hosting platforms commonly block.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modular monolith with clean seams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108960" cy="1051560"/>
          </a:xfrm>
          <a:prstGeom prst="roundRect">
            <a:avLst>
              <a:gd name="adj" fmla="val 8696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&amp; local state only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816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· JSON · JWT      ↓      STOMP / WebSocket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4360" y="3154680"/>
            <a:ext cx="3108960" cy="2103120"/>
          </a:xfrm>
          <a:prstGeom prst="roundRect">
            <a:avLst>
              <a:gd name="adj" fmla="val 4348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337560"/>
            <a:ext cx="2697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— HTTP &amp; validation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— Auth · Shop · Booking · Review · Post · Promo · Notification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 — Spring Data JPA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Schedulers — auto-confirm 10 s · auto-complete 60 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Listeners — five domain events, one notification pipeline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77640" y="1691640"/>
            <a:ext cx="3931920" cy="4069080"/>
          </a:xfrm>
          <a:prstGeom prst="roundRect">
            <a:avLst>
              <a:gd name="adj" fmla="val 2326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1920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4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Event-driven core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206240" y="23317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that causes something another feature cares about publishes an event and moves on. Booking code has never heard of notifications.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06240" y="3429000"/>
            <a:ext cx="3474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3429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BookingRequested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06240" y="3867912"/>
            <a:ext cx="3474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38679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BookingStatusChanged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06240" y="4306824"/>
            <a:ext cx="3474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43068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ReviewCreated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06240" y="4745736"/>
            <a:ext cx="3474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400" y="474573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PostInteraction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206240" y="5184648"/>
            <a:ext cx="3474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43400" y="51846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PaymentReceived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092440" y="1691640"/>
            <a:ext cx="3474720" cy="1600200"/>
          </a:xfrm>
          <a:prstGeom prst="roundRect">
            <a:avLst>
              <a:gd name="adj" fmla="val 5714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21040" y="1920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21040" y="2331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tables · UUID keys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integrity · ACID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92440" y="3474720"/>
            <a:ext cx="3474720" cy="1783080"/>
          </a:xfrm>
          <a:prstGeom prst="roundRect">
            <a:avLst>
              <a:gd name="adj" fmla="val 512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21040" y="3657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microservices?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321040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are already clean — each domain owns its own services and repositories. One deployable avoids network latency and distributed transactions at this scale. Any domain can be extracted later: a deliberate migration path, not an accident.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ALGORITHM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booking slot engine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61288" y="1700784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shop's opening window for that weekday; apply 30-minute buffers after open and before close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61288" y="2414016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candidate start times at 30-minute intervals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3163824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127248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candidates whose service duration will not finish inside the window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3877056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61288" y="384048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candidates overlapping any existing booking — start &lt; bEnd AND bStart &lt; end, per-service durations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" y="4590288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4590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61288" y="4553712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date is today, drop times already past — then re-verify everything at write time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949440" y="1691640"/>
            <a:ext cx="4617720" cy="3657600"/>
          </a:xfrm>
          <a:prstGeom prst="roundRect">
            <a:avLst>
              <a:gd name="adj" fmla="val 25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Tuesday, open 09:00–19:00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178040" y="22860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458200" y="2286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opens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78040" y="2688336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458200" y="268833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bookable slot (buffer)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178040" y="309067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458200" y="30906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— 90-min service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178040" y="34930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– 12:30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458200" y="34930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Hidden: overlaps that booking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178040" y="3895344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458200" y="389534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slot for a 30-min cut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178040" y="42976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18:30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458200" y="4297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must finish (buffer)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178040" y="4700016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19:00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458200" y="470001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closes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94360" y="5532120"/>
            <a:ext cx="10972800" cy="685800"/>
          </a:xfrm>
          <a:prstGeom prst="roundRect">
            <a:avLst>
              <a:gd name="adj" fmla="val 13333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120" y="56692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7F1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phone never decides availability — it only displays it. The same overlap check runs again inside the create-booking transaction.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booking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49240" cy="4069080"/>
          </a:xfrm>
          <a:prstGeom prst="roundRect">
            <a:avLst>
              <a:gd name="adj" fmla="val 2247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Reviews you can trust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242316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must attach to a real booking, and each booking can be reviewed exactly once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booking must be COMPLETED — the appointment time has to have passed first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recalculate the shop's average on write, so the figure is never stale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reply publicly; the reply is part of the record, not a private message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48920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limit: completion is inferred from the clock, not from a check-in. A real attendance step is the correct fix and is roadmap, not built.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257800" cy="4069080"/>
          </a:xfrm>
          <a:prstGeom prst="roundRect">
            <a:avLst>
              <a:gd name="adj" fmla="val 2247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B4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 me (GPS)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8368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2R · atan2(√a, √(1−a))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288036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great-circle distance from the phone to every active shop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nearest-first, with the distance shown in kilometres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pin their shop with one tap while standing inside it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 without coordinates sort last — never hidden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events, one delivery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651760" cy="3017520"/>
          </a:xfrm>
          <a:prstGeom prst="roundRect">
            <a:avLst>
              <a:gd name="adj" fmla="val 344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events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requested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changed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created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liked / commented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received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33756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840480" y="1737360"/>
            <a:ext cx="3200400" cy="3017520"/>
          </a:xfrm>
          <a:prstGeom prst="roundRect">
            <a:avLst>
              <a:gd name="adj" fmla="val 3030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6908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9080" y="22860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Preferences are checked here, not at each call site — so a muted category is suppressed everywhere at once, and a new notification type inherits the rule for free.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069080" y="37490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Muting push still records the notification for the in-app bell — the two are deliberately separate switches.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08660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7589520" y="1737360"/>
            <a:ext cx="3977640" cy="914400"/>
          </a:xfrm>
          <a:prstGeom prst="roundRect">
            <a:avLst>
              <a:gd name="adj" fmla="val 100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0" y="18562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863840" y="215798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row, read by the in-app notification bell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589520" y="2788920"/>
            <a:ext cx="3977640" cy="914400"/>
          </a:xfrm>
          <a:prstGeom prst="roundRect">
            <a:avLst>
              <a:gd name="adj" fmla="val 100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29077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863840" y="320954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STOMP over WebSocket to any app currently open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89520" y="3840480"/>
            <a:ext cx="3977640" cy="914400"/>
          </a:xfrm>
          <a:prstGeom prst="roundRect">
            <a:avLst>
              <a:gd name="adj" fmla="val 100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0" y="39593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863840" y="426110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Push API to every registered device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4983480"/>
            <a:ext cx="10972800" cy="822960"/>
          </a:xfrm>
          <a:prstGeom prst="roundRect">
            <a:avLst>
              <a:gd name="adj" fmla="val 11111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51480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7F1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goes through Expo, which fans out to FCM and APNs — so the server holds no Firebase credentials and the app needs no native configuration.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money, honestly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figure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totalled from completed bookings, so it appears without the owner recording anything. The label says Revenue, not Earned.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wording is deliberate: a booking completes when its end time passes, which is not the same as knowing the customer arrived and paid.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874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StyleBook does not process payments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2240280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changes hands at the shop — cash, a mobile money transfer, or a card terminal. An owner may optionally record what was taken, which stores the method and emails the customer a receipt.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32918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scope boundary — handling other people's money needs a licensed processor.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416052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343400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52728" y="43525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ends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48006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marks the booking COMPLETED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355848" y="416052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84448" y="4343400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Text 17"/>
          <p:cNvSpPr/>
          <p:nvPr/>
        </p:nvSpPr>
        <p:spPr>
          <a:xfrm>
            <a:off x="3584448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14216" y="43525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updates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584448" y="48006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Totalled on the dashboard, no action needed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17336" y="416052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45936" y="4343400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4" name="Text 22"/>
          <p:cNvSpPr/>
          <p:nvPr/>
        </p:nvSpPr>
        <p:spPr>
          <a:xfrm>
            <a:off x="6345936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75704" y="43525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record it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45936" y="48006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· Mobile Money · Card, if the owner has a moment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878824" y="416052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07424" y="4343400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9" name="Text 27"/>
          <p:cNvSpPr/>
          <p:nvPr/>
        </p:nvSpPr>
        <p:spPr>
          <a:xfrm>
            <a:off x="9107424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37192" y="43525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gets a receipt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107424" y="48006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 and an emailed record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trust the client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019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JWT authentication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tokens carry user ID and role, validated by a filter on every request. No server sessions, so horizontal scaling is free.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173736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19019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 hashing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29400" y="2240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Salted and deliberately slow — a leaked database still would not yield passwords.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4360" y="333756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5021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checks on every mutation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8404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a service first proves that service belongs to the authenticated owner's shop. Role and resource, both.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33756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35021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only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29400" y="38404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access through Spring Data JPA; user input is bound, never concatenated. SQL injection has no entry point.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5029200"/>
            <a:ext cx="10972800" cy="960120"/>
          </a:xfrm>
          <a:prstGeom prst="roundRect">
            <a:avLst>
              <a:gd name="adj" fmla="val 9524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" y="5468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7F1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availability, double bookings, review eligibility, photo limits — the app is a window, not a judge.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wrong, and what it taught 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2024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double-booking race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30175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phones could see the same free slot and both confirm. Fixed with interval-overlap re-checks inside the create-booking transaction.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68680" y="4389120"/>
            <a:ext cx="3017520" cy="457200"/>
          </a:xfrm>
          <a:prstGeom prst="roundRect">
            <a:avLst>
              <a:gd name="adj" fmla="val 20000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checks are UX; only server checks are rules.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61688" y="16916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36008" y="192024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4636008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36008" y="24688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failures in production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636008" y="30175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password reset reported success while sending nothing. The lookup was case-sensitive, and an @ExceptionHandler was swallowing every 500 before it reached the logs.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36008" y="4389120"/>
            <a:ext cx="3017520" cy="457200"/>
          </a:xfrm>
          <a:prstGeom prst="roundRect">
            <a:avLst>
              <a:gd name="adj" fmla="val 20000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cannot be observed cannot be debugged.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29016" y="16916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7F1E6"/>
          </a:solidFill>
          <a:ln w="12700">
            <a:solidFill>
              <a:srgbClr val="F7F1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03336" y="192024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8403336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03336" y="24688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that never happened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403336" y="30175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A6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code kept not appearing live. Auto-deploy was disabled, so the platform kept restarting an old image — the running container's repository count gave it away.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403336" y="4389120"/>
            <a:ext cx="3017520" cy="457200"/>
          </a:xfrm>
          <a:prstGeom prst="roundRect">
            <a:avLst>
              <a:gd name="adj" fmla="val 20000"/>
            </a:avLst>
          </a:prstGeom>
          <a:solidFill>
            <a:srgbClr val="241A10"/>
          </a:solidFill>
          <a:ln w="12700">
            <a:solidFill>
              <a:srgbClr val="241A1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40496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what is running, not what you pushed.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9436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4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was invisible from the outside. The fix in each case was to make the system say what it was actually doing.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41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572000" cy="4572000"/>
          </a:xfrm>
          <a:prstGeom prst="ellipse">
            <a:avLst/>
          </a:prstGeom>
          <a:solidFill>
            <a:srgbClr val="6B4226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94360" y="8686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 road from project to product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7465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1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check-in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20756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4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 or owner confirmation, so completion is known rather than inferred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903720" y="17465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1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mobile money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03720" y="20756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4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or Hubtel with a settlement webhook, replacing the simulated checkout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" y="301752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29809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1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media storage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88720" y="331012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4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mounted volume or object storage, so uploads survive a redeploy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3017520"/>
            <a:ext cx="402336" cy="40233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1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03720" y="29809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1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903720" y="331012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4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around the slot engine and the opening-hours parser first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45720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594360" y="54406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1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— the demo is live on a real device, talking to a deployed backend.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StyleBook — Final-Year Project Defense</dc:title>
  <dc:subject>PptxGenJS Presentation</dc:subject>
  <dc:creator>Adesina Elijah</dc:creator>
  <cp:lastModifiedBy>Adesina Elijah</cp:lastModifiedBy>
  <cp:revision>1</cp:revision>
  <dcterms:created xsi:type="dcterms:W3CDTF">2026-08-03T06:09:38Z</dcterms:created>
  <dcterms:modified xsi:type="dcterms:W3CDTF">2026-08-03T06:09:38Z</dcterms:modified>
</cp:coreProperties>
</file>